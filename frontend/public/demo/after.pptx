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0"/>
  </p:notesMasterIdLst>
  <p:sldIdLst>
    <p:sldId id="3825" r:id="rId5"/>
    <p:sldId id="3826" r:id="rId6"/>
    <p:sldId id="3791" r:id="rId7"/>
    <p:sldId id="3792" r:id="rId8"/>
    <p:sldId id="38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5C-408F-B606-9DFA87F01B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5C-408F-B606-9DFA87F01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9726783"/>
        <c:axId val="1952542911"/>
      </c:barChart>
      <c:catAx>
        <c:axId val="539726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2542911"/>
        <c:crosses val="autoZero"/>
        <c:auto val="1"/>
        <c:lblAlgn val="ctr"/>
        <c:lblOffset val="100"/>
        <c:noMultiLvlLbl val="0"/>
      </c:catAx>
      <c:valAx>
        <c:axId val="1952542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72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5/14/2021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SIDEBAR"/>
          <p:cNvSpPr/>
          <p:nvPr/>
        </p:nvSpPr>
        <p:spPr>
          <a:xfrm>
            <a:off x="0" y="0"/>
            <a:ext cx="1950720" cy="6858000"/>
          </a:xfrm>
          <a:prstGeom prst="rect">
            <a:avLst/>
          </a:prstGeom>
          <a:solidFill>
            <a:srgbClr val="5A5A5A">
              <a:alpha val="10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INDICATOR"/>
          <p:cNvSpPr/>
          <p:nvPr/>
        </p:nvSpPr>
        <p:spPr>
          <a:xfrm>
            <a:off x="0" y="0"/>
            <a:ext cx="2072640" cy="48006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9014" y="2934126"/>
            <a:ext cx="5537972" cy="2004730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FREE TEST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014" y="5300959"/>
            <a:ext cx="5537972" cy="837224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PPT FILE</a:t>
            </a:r>
            <a:endParaRPr lang="en-US" dirty="0"/>
          </a:p>
        </p:txBody>
      </p:sp>
      <p:sp>
        <p:nvSpPr>
          <p:cNvPr id="5" name="!!SIDEBAR_0"/>
          <p:cNvSpPr txBox="1"/>
          <p:nvPr/>
        </p:nvSpPr>
        <p:spPr>
          <a:xfrm>
            <a:off x="0" y="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Arial"/>
              </a:defRPr>
            </a:pPr>
            <a:r>
              <a:t>intro</a:t>
            </a:r>
          </a:p>
        </p:txBody>
      </p:sp>
      <p:sp>
        <p:nvSpPr>
          <p:cNvPr id="7" name="!!SIDEBAR_1"/>
          <p:cNvSpPr txBox="1"/>
          <p:nvPr/>
        </p:nvSpPr>
        <p:spPr>
          <a:xfrm>
            <a:off x="0" y="48006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8" name="!!SIDEBAR_2"/>
          <p:cNvSpPr txBox="1"/>
          <p:nvPr/>
        </p:nvSpPr>
        <p:spPr>
          <a:xfrm>
            <a:off x="0" y="96012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9" name="!!SIDEBAR_3"/>
          <p:cNvSpPr txBox="1"/>
          <p:nvPr/>
        </p:nvSpPr>
        <p:spPr>
          <a:xfrm>
            <a:off x="0" y="144018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10" name="!!SIDEBAR_4"/>
          <p:cNvSpPr txBox="1"/>
          <p:nvPr/>
        </p:nvSpPr>
        <p:spPr>
          <a:xfrm>
            <a:off x="0" y="192024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  <mc:AlternateContent xmlns:mc="http://schemas.openxmlformats.org/markup-compatibility/2006" xmlns:p14="http://schemas.microsoft.com/office/powerpoint/2010/main" xmlns:p172="http://schemas.microsoft.com/office/powerpoint/2015/09/main">
    <mc:Choice Requires="p172">
      <p:transition p14:dur="300">
        <p172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!!SIDEBAR"/>
          <p:cNvSpPr/>
          <p:nvPr/>
        </p:nvSpPr>
        <p:spPr>
          <a:xfrm>
            <a:off x="0" y="0"/>
            <a:ext cx="1950720" cy="6858000"/>
          </a:xfrm>
          <a:prstGeom prst="rect">
            <a:avLst/>
          </a:prstGeom>
          <a:solidFill>
            <a:srgbClr val="5A5A5A">
              <a:alpha val="10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INDICATOR"/>
          <p:cNvSpPr/>
          <p:nvPr/>
        </p:nvSpPr>
        <p:spPr>
          <a:xfrm>
            <a:off x="0" y="480060"/>
            <a:ext cx="2072640" cy="48006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280" y="548640"/>
            <a:ext cx="10238719" cy="5760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6A4CCF-8FCB-4945-8FD5-B4D2ED17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808" y="471170"/>
            <a:ext cx="4669130" cy="1113472"/>
          </a:xfrm>
        </p:spPr>
        <p:txBody>
          <a:bodyPr>
            <a:normAutofit/>
          </a:bodyPr>
          <a:lstStyle/>
          <a:p>
            <a:r>
              <a:rPr lang="en-US" dirty="0"/>
              <a:t>FREE TEST DATA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26023" y="38240"/>
            <a:ext cx="953455" cy="40151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808" y="2173732"/>
            <a:ext cx="4669130" cy="3655123"/>
          </a:xfrm>
        </p:spPr>
        <p:txBody>
          <a:bodyPr>
            <a:normAutofit/>
          </a:bodyPr>
          <a:lstStyle/>
          <a:p>
            <a:r>
              <a:rPr lang="en-US" i="0" dirty="0"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amet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consectetur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adipiscing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. Donec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iaculis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nec</a:t>
            </a:r>
            <a:r>
              <a:rPr lang="en-US" i="0" dirty="0">
                <a:effectLst/>
                <a:latin typeface="Open Sans" panose="020B0606030504020204" pitchFamily="34" charset="0"/>
              </a:rPr>
              <a:t> ante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eleifend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cursus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tortor</a:t>
            </a:r>
            <a:r>
              <a:rPr lang="en-US" i="0" dirty="0">
                <a:effectLst/>
                <a:latin typeface="Open Sans" panose="020B0606030504020204" pitchFamily="34" charset="0"/>
              </a:rPr>
              <a:t> auctor. Integer at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ultrices</a:t>
            </a:r>
            <a:r>
              <a:rPr lang="en-US" i="0" dirty="0">
                <a:effectLst/>
                <a:latin typeface="Open Sans" panose="020B0606030504020204" pitchFamily="34" charset="0"/>
              </a:rPr>
              <a:t> lorem,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bibendum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turpis</a:t>
            </a:r>
            <a:r>
              <a:rPr lang="en-US" i="0" dirty="0">
                <a:effectLst/>
                <a:latin typeface="Open Sans" panose="020B0606030504020204" pitchFamily="34" charset="0"/>
              </a:rPr>
              <a:t>.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Praesent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lacus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sapien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ullamcorper</a:t>
            </a:r>
            <a:r>
              <a:rPr lang="en-US" dirty="0"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0620" y="2689473"/>
            <a:ext cx="682438" cy="682438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437150" y="1409539"/>
            <a:ext cx="2005584" cy="2005584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0620" y="124079"/>
            <a:ext cx="1944810" cy="130283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99415" y="1459388"/>
            <a:ext cx="0" cy="1342074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95382" y="4253813"/>
            <a:ext cx="996618" cy="1488186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4808" y="6385560"/>
            <a:ext cx="1433221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41683" y="6385560"/>
            <a:ext cx="3082255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6007" y="6385560"/>
            <a:ext cx="1321904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7063749" y="4471796"/>
            <a:ext cx="3430083" cy="343008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0620" y="5114296"/>
            <a:ext cx="2220415" cy="159207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!!SIDEBAR_0"/>
          <p:cNvSpPr txBox="1"/>
          <p:nvPr/>
        </p:nvSpPr>
        <p:spPr>
          <a:xfrm>
            <a:off x="0" y="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intro</a:t>
            </a:r>
          </a:p>
        </p:txBody>
      </p:sp>
      <p:sp>
        <p:nvSpPr>
          <p:cNvPr id="40" name="!!SIDEBAR_1"/>
          <p:cNvSpPr txBox="1"/>
          <p:nvPr/>
        </p:nvSpPr>
        <p:spPr>
          <a:xfrm>
            <a:off x="0" y="48006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42" name="!!SIDEBAR_2"/>
          <p:cNvSpPr txBox="1"/>
          <p:nvPr/>
        </p:nvSpPr>
        <p:spPr>
          <a:xfrm>
            <a:off x="0" y="96012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43" name="!!SIDEBAR_3"/>
          <p:cNvSpPr txBox="1"/>
          <p:nvPr/>
        </p:nvSpPr>
        <p:spPr>
          <a:xfrm>
            <a:off x="0" y="144018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44" name="!!SIDEBAR_4"/>
          <p:cNvSpPr txBox="1"/>
          <p:nvPr/>
        </p:nvSpPr>
        <p:spPr>
          <a:xfrm>
            <a:off x="0" y="192024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  <mc:AlternateContent xmlns:mc="http://schemas.openxmlformats.org/markup-compatibility/2006" xmlns:p14="http://schemas.microsoft.com/office/powerpoint/2010/main" xmlns:p172="http://schemas.microsoft.com/office/powerpoint/2015/09/main">
    <mc:Choice Requires="p172">
      <p:transition p14:dur="300">
        <p172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!!SIDEBAR"/>
          <p:cNvSpPr/>
          <p:nvPr/>
        </p:nvSpPr>
        <p:spPr>
          <a:xfrm>
            <a:off x="0" y="0"/>
            <a:ext cx="1950720" cy="6858000"/>
          </a:xfrm>
          <a:prstGeom prst="rect">
            <a:avLst/>
          </a:prstGeom>
          <a:solidFill>
            <a:srgbClr val="5A5A5A">
              <a:alpha val="10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INDICATOR"/>
          <p:cNvSpPr/>
          <p:nvPr/>
        </p:nvSpPr>
        <p:spPr>
          <a:xfrm>
            <a:off x="0" y="960120"/>
            <a:ext cx="2072640" cy="48006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0720" y="548640"/>
            <a:ext cx="10241280" cy="5760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375140" y="1098979"/>
            <a:ext cx="2509835" cy="2509835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8514DD-3FC6-4AEF-9C9C-057CF64C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808" y="1089152"/>
            <a:ext cx="2479012" cy="46796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Chart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8499" y="908032"/>
            <a:ext cx="6062868" cy="497455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B55F5DE-D801-496C-806A-73E6EF45CB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4808" y="6385560"/>
            <a:ext cx="2304288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B6754F1-BBB9-45C3-8F76-FA0E19B7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5287" y="6385560"/>
            <a:ext cx="2304288" cy="30670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7FB0EFA-9228-4C2B-BC70-5B5C9377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624" y="6385560"/>
            <a:ext cx="2304288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ontent Placeholder 6" descr="chart">
            <a:extLst>
              <a:ext uri="{FF2B5EF4-FFF2-40B4-BE49-F238E27FC236}">
                <a16:creationId xmlns:a16="http://schemas.microsoft.com/office/drawing/2014/main" id="{55E783DC-66E7-4CEE-82CF-D51DFA19A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722542"/>
              </p:ext>
            </p:extLst>
          </p:nvPr>
        </p:nvGraphicFramePr>
        <p:xfrm>
          <a:off x="5952405" y="1054768"/>
          <a:ext cx="5657772" cy="4674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!!SIDEBAR_0"/>
          <p:cNvSpPr txBox="1"/>
          <p:nvPr/>
        </p:nvSpPr>
        <p:spPr>
          <a:xfrm>
            <a:off x="0" y="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intro</a:t>
            </a:r>
          </a:p>
        </p:txBody>
      </p:sp>
      <p:sp>
        <p:nvSpPr>
          <p:cNvPr id="26" name="!!SIDEBAR_1"/>
          <p:cNvSpPr txBox="1"/>
          <p:nvPr/>
        </p:nvSpPr>
        <p:spPr>
          <a:xfrm>
            <a:off x="0" y="48006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27" name="!!SIDEBAR_2"/>
          <p:cNvSpPr txBox="1"/>
          <p:nvPr/>
        </p:nvSpPr>
        <p:spPr>
          <a:xfrm>
            <a:off x="0" y="96012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29" name="!!SIDEBAR_3"/>
          <p:cNvSpPr txBox="1"/>
          <p:nvPr/>
        </p:nvSpPr>
        <p:spPr>
          <a:xfrm>
            <a:off x="0" y="144018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0" name="!!SIDEBAR_4"/>
          <p:cNvSpPr txBox="1"/>
          <p:nvPr/>
        </p:nvSpPr>
        <p:spPr>
          <a:xfrm>
            <a:off x="0" y="192024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19213662"/>
      </p:ext>
    </p:extLst>
  </p:cSld>
  <p:clrMapOvr>
    <a:masterClrMapping/>
  </p:clrMapOvr>
  <mc:AlternateContent xmlns:mc="http://schemas.openxmlformats.org/markup-compatibility/2006" xmlns:p14="http://schemas.microsoft.com/office/powerpoint/2010/main" xmlns:p172="http://schemas.microsoft.com/office/powerpoint/2015/09/main">
    <mc:Choice Requires="p172">
      <p:transition p14:dur="300">
        <p172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!!SIDEBAR"/>
          <p:cNvSpPr/>
          <p:nvPr/>
        </p:nvSpPr>
        <p:spPr>
          <a:xfrm>
            <a:off x="0" y="0"/>
            <a:ext cx="1950720" cy="6858000"/>
          </a:xfrm>
          <a:prstGeom prst="rect">
            <a:avLst/>
          </a:prstGeom>
          <a:solidFill>
            <a:srgbClr val="5A5A5A">
              <a:alpha val="10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INDICATOR"/>
          <p:cNvSpPr/>
          <p:nvPr/>
        </p:nvSpPr>
        <p:spPr>
          <a:xfrm>
            <a:off x="0" y="1440180"/>
            <a:ext cx="2072640" cy="48006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0720" y="548640"/>
            <a:ext cx="10241280" cy="5760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808" y="540230"/>
            <a:ext cx="8833104" cy="843858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37496" y="1969440"/>
            <a:ext cx="9267726" cy="4005439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54808" y="6385560"/>
            <a:ext cx="2304288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144" y="6385560"/>
            <a:ext cx="3456432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3624" y="6385560"/>
            <a:ext cx="2304288" cy="30670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6230"/>
              </p:ext>
            </p:extLst>
          </p:nvPr>
        </p:nvGraphicFramePr>
        <p:xfrm>
          <a:off x="2654808" y="2659100"/>
          <a:ext cx="8833106" cy="263496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580311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62737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 marL="142584" marR="142584" marT="71292" marB="71292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Category 1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2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3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4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1 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2.3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2.8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  <p:sp>
        <p:nvSpPr>
          <p:cNvPr id="23" name="!!SIDEBAR_0"/>
          <p:cNvSpPr txBox="1"/>
          <p:nvPr/>
        </p:nvSpPr>
        <p:spPr>
          <a:xfrm>
            <a:off x="0" y="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intro</a:t>
            </a:r>
          </a:p>
        </p:txBody>
      </p:sp>
      <p:sp>
        <p:nvSpPr>
          <p:cNvPr id="24" name="!!SIDEBAR_1"/>
          <p:cNvSpPr txBox="1"/>
          <p:nvPr/>
        </p:nvSpPr>
        <p:spPr>
          <a:xfrm>
            <a:off x="0" y="48006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25" name="!!SIDEBAR_2"/>
          <p:cNvSpPr txBox="1"/>
          <p:nvPr/>
        </p:nvSpPr>
        <p:spPr>
          <a:xfrm>
            <a:off x="0" y="96012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26" name="!!SIDEBAR_3"/>
          <p:cNvSpPr txBox="1"/>
          <p:nvPr/>
        </p:nvSpPr>
        <p:spPr>
          <a:xfrm>
            <a:off x="0" y="144018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28" name="!!SIDEBAR_4"/>
          <p:cNvSpPr txBox="1"/>
          <p:nvPr/>
        </p:nvSpPr>
        <p:spPr>
          <a:xfrm>
            <a:off x="0" y="192024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  <mc:AlternateContent xmlns:mc="http://schemas.openxmlformats.org/markup-compatibility/2006" xmlns:p14="http://schemas.microsoft.com/office/powerpoint/2010/main" xmlns:p172="http://schemas.microsoft.com/office/powerpoint/2015/09/main">
    <mc:Choice Requires="p172">
      <p:transition p14:dur="300">
        <p172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!!SIDEBAR"/>
          <p:cNvSpPr/>
          <p:nvPr/>
        </p:nvSpPr>
        <p:spPr>
          <a:xfrm>
            <a:off x="0" y="0"/>
            <a:ext cx="1950720" cy="6858000"/>
          </a:xfrm>
          <a:prstGeom prst="rect">
            <a:avLst/>
          </a:prstGeom>
          <a:solidFill>
            <a:srgbClr val="5A5A5A">
              <a:alpha val="10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INDICATOR"/>
          <p:cNvSpPr/>
          <p:nvPr/>
        </p:nvSpPr>
        <p:spPr>
          <a:xfrm>
            <a:off x="0" y="1920240"/>
            <a:ext cx="2072640" cy="480060"/>
          </a:xfrm>
          <a:prstGeom prst="rect">
            <a:avLst/>
          </a:prstGeom>
          <a:solidFill>
            <a:srgbClr val="111111">
              <a:alpha val="80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0720" y="548640"/>
            <a:ext cx="10238719" cy="5760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9476262" y="607169"/>
            <a:ext cx="2509835" cy="2509835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8653" y="5737979"/>
            <a:ext cx="458724" cy="4587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64FBD-C429-4C64-BE24-DA806F97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2468" y="6385560"/>
            <a:ext cx="2304288" cy="30670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FTD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46C52-DFAB-4F2B-AD36-D23C2D2A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144" y="6385560"/>
            <a:ext cx="3456432" cy="30670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FREE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726E-CB03-4756-856F-4069BB33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4237" y="6385560"/>
            <a:ext cx="1898494" cy="30670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8" name="!!SIDEBAR_0"/>
          <p:cNvSpPr txBox="1"/>
          <p:nvPr/>
        </p:nvSpPr>
        <p:spPr>
          <a:xfrm>
            <a:off x="0" y="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intro</a:t>
            </a:r>
          </a:p>
        </p:txBody>
      </p:sp>
      <p:sp>
        <p:nvSpPr>
          <p:cNvPr id="99" name="!!SIDEBAR_1"/>
          <p:cNvSpPr txBox="1"/>
          <p:nvPr/>
        </p:nvSpPr>
        <p:spPr>
          <a:xfrm>
            <a:off x="0" y="48006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100" name="!!SIDEBAR_2"/>
          <p:cNvSpPr txBox="1"/>
          <p:nvPr/>
        </p:nvSpPr>
        <p:spPr>
          <a:xfrm>
            <a:off x="0" y="96012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01" name="!!SIDEBAR_3"/>
          <p:cNvSpPr txBox="1"/>
          <p:nvPr/>
        </p:nvSpPr>
        <p:spPr>
          <a:xfrm>
            <a:off x="0" y="144018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102" name="!!SIDEBAR_4"/>
          <p:cNvSpPr txBox="1"/>
          <p:nvPr/>
        </p:nvSpPr>
        <p:spPr>
          <a:xfrm>
            <a:off x="0" y="1920240"/>
            <a:ext cx="1950720" cy="480060"/>
          </a:xfrm>
          <a:prstGeom prst="rect">
            <a:avLst/>
          </a:prstGeom>
          <a:noFill/>
        </p:spPr>
        <p:txBody>
          <a:bodyPr wrap="square" rIns="45720" anchor="ctr">
            <a:spAutoFit/>
          </a:bodyPr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35992597"/>
      </p:ext>
    </p:extLst>
  </p:cSld>
  <p:clrMapOvr>
    <a:masterClrMapping/>
  </p:clrMapOvr>
  <mc:AlternateContent xmlns:mc="http://schemas.openxmlformats.org/markup-compatibility/2006" xmlns:p14="http://schemas.microsoft.com/office/powerpoint/2010/main" xmlns:p172="http://schemas.microsoft.com/office/powerpoint/2015/09/main">
    <mc:Choice Requires="p172">
      <p:transition p14:dur="300">
        <p172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552</TotalTime>
  <Words>99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Avenir Next LT Pro</vt:lpstr>
      <vt:lpstr>Calibri</vt:lpstr>
      <vt:lpstr>Open Sans</vt:lpstr>
      <vt:lpstr>Tw Cen MT</vt:lpstr>
      <vt:lpstr>ShapesVTI</vt:lpstr>
      <vt:lpstr>FREE TEST DATA</vt:lpstr>
      <vt:lpstr>FREE TEST DATA</vt:lpstr>
      <vt:lpstr>Chart</vt:lpstr>
      <vt:lpstr>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Hafiz Muhammad  Ahmad -0044</cp:lastModifiedBy>
  <cp:revision>23</cp:revision>
  <dcterms:created xsi:type="dcterms:W3CDTF">2021-05-11T14:32:44Z</dcterms:created>
  <dcterms:modified xsi:type="dcterms:W3CDTF">2021-05-13T22:46:20Z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